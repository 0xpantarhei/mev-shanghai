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7"/>
    <p:restoredTop sz="91873"/>
  </p:normalViewPr>
  <p:slideViewPr>
    <p:cSldViewPr snapToGrid="0">
      <p:cViewPr>
        <p:scale>
          <a:sx n="57" d="100"/>
          <a:sy n="57" d="100"/>
        </p:scale>
        <p:origin x="1696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AB87E-E497-EB23-A062-DA52B1D3C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5E6BC-5E75-7930-3711-128D1E76B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E4FD2-E65E-6D9E-CE29-610B572E7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D33C8-2B8F-1845-49AF-2742B7BD7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097A-546A-8AEE-E675-16096434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0332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1833-E140-B63E-DE0E-B0700F12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B10C0-EAC6-148A-1C4A-B91110253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9445F-D26D-CC49-4678-C7F29DA0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D7FD8-1B13-79C9-2724-75C6A3759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E528F-2C0F-4DC9-DC55-41B476CF0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3560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79B9-F752-810D-DD3C-5193D5F8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8CE12-01A5-1A28-B5B0-0F366430A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6E34-195F-064E-8B45-CAC523F9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9797B-08EE-E046-6FC9-8D075CBA6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05868-D09B-1731-2B3D-9913997C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10541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C381F-F81B-B842-4FFF-5289E80F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D86DC-3EB8-77BF-CE21-ECFFC414D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5D366-39C2-65F1-A5D4-55229E88E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05277-7334-2363-73F9-2F47011BA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CA541-B1E7-711D-DC61-CB035C57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09812-6015-ABD1-AD14-F1DD2351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3644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3D25-961E-4964-1905-573FDACA9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9E20-F234-3E2F-9955-4A0F6A4AC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68357-FC1E-130E-691B-B7E9FE182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A3EE03-388C-1E9C-B753-44A8470F8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3BB23-0FF4-6F00-2530-05529067C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B8DC8A-E795-0170-9AB9-C5A0420E6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A941CE-EC01-7AC5-908B-F26862B0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12A77A-C517-AE46-86B4-87239E95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428646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22338-A170-F707-9A6F-B75C4E417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AE4BE-E6A0-1418-EA48-0455C723F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152C5C-1674-DB58-7A14-CF6C77C1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43A03-D8CA-0728-DADB-F738046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4015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2B67D-4EF6-89F7-DA23-30C8B5E5B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ACB56E-7E32-BE36-70D4-74BF483E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A6C39-D559-EF26-5C13-389500A9D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67441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8DD1-5A04-7533-439C-924A8CE79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EAD00-70D2-980A-BF6D-848CBD7DE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D6430-1B09-CB3C-331F-815BF2B01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D2834-A035-A3FC-2427-F59422E72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FAAF1-6FB2-93BA-B82E-30BC066F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DD888-DB81-BD48-F70E-760C207B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198578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7BC8-F92D-7008-4389-F8EBB203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0C0599-71B6-FDD4-75DD-C2F370381C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AEC47-BBCB-FAB3-6586-7C71758F2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AD467-1ABC-3C6E-33DC-C1E4A83F0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0F892-AC9D-E6D9-75EC-A1D97FE2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FEC7F-9192-02A8-96F3-F8210B409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39646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1E0E-E1AA-758F-49F8-377E38EF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06B9E9-AC6C-9E96-30F3-BCB7AFB91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5EAD7-D191-0E08-4D9F-E2E85A8D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6A57F-4D1D-496C-4FAF-D39C4DCD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BDA13-CB9F-523F-1141-24220737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67349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DBA7B-56E4-FCA4-DD60-B244BD5DB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E2A62-15B4-04E5-ECC8-228C167D2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A5FAC-C210-22F2-051E-5ABEAB211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720C6-DE44-5BEE-F839-CEAE0AC8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AEC2-38E6-DC13-05C2-7B6CCBBD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5297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84120E-F259-655B-4908-A06967E5C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70B0C-E0B5-C375-4458-4E878F1FD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0A3D-1F90-9E87-CE2E-58A1432CC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07738-EEE7-9A45-BE2B-ECF81C381124}" type="datetimeFigureOut">
              <a:rPr lang="en-TR" smtClean="0"/>
              <a:t>16.10.2024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21964-BF7D-AFF3-07EE-BE54133F7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79CF7-3B13-20AA-E6B3-9230C67AD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F7AA8-18AB-2344-9DF6-429CAD47A359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6547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8FD8-7246-ACBB-FA93-E01E7A9AC4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14B73-71EA-8E90-3FB7-B16EE7360F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TR"/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FADE3215-6FDE-58CE-7A70-620AD6D94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28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BF0B-4B43-B286-494D-7B4BEF9E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R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F27347C-6109-4E31-B4DB-39DB6152C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9915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8DC3-7BE7-D331-9E72-641C3B26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R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722E816-F467-14F9-A04A-E062C19BA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50615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BA35-5795-C7E9-C190-84F1412C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R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16D2234-F350-1AA5-8B28-F36E53348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707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3B41-E079-DB33-D8A8-A354A07F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R"/>
          </a:p>
        </p:txBody>
      </p:sp>
      <p:pic>
        <p:nvPicPr>
          <p:cNvPr id="7" name="Content Placeholder 6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03798153-09E2-0969-0FD0-0C53706FD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2" cy="6858000"/>
          </a:xfrm>
        </p:spPr>
      </p:pic>
    </p:spTree>
    <p:extLst>
      <p:ext uri="{BB962C8B-B14F-4D97-AF65-F5344CB8AC3E}">
        <p14:creationId xmlns:p14="http://schemas.microsoft.com/office/powerpoint/2010/main" val="422465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38DF-BA32-090A-E223-B2E0D23FB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R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E144E71-BDD3-6934-0EA0-665E0ADF2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24114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9FB3-EE2C-87F4-0635-4F037351E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R"/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59151ED-CDB6-E4A2-D635-979685C28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56975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DB45-10AF-5EF9-0619-049483842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R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3A53D69-C3B9-9AE1-1BFB-6765C2B78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759376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6B334-D187-C6B1-E3E5-B106F5AC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R"/>
          </a:p>
        </p:txBody>
      </p:sp>
      <p:pic>
        <p:nvPicPr>
          <p:cNvPr id="5" name="Content Placeholder 4" descr="A logo on a black background&#10;&#10;Description automatically generated">
            <a:extLst>
              <a:ext uri="{FF2B5EF4-FFF2-40B4-BE49-F238E27FC236}">
                <a16:creationId xmlns:a16="http://schemas.microsoft.com/office/drawing/2014/main" id="{762B7064-7135-C4AE-D7A1-AB2CED9EC7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52240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F5931</dc:creator>
  <cp:lastModifiedBy>F5931</cp:lastModifiedBy>
  <cp:revision>2</cp:revision>
  <dcterms:created xsi:type="dcterms:W3CDTF">2024-10-06T14:19:48Z</dcterms:created>
  <dcterms:modified xsi:type="dcterms:W3CDTF">2024-10-16T11:37:38Z</dcterms:modified>
</cp:coreProperties>
</file>